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AB3B6-E48F-683E-0664-0EDB2CA24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3808A-84A4-4E0B-BAD0-706FDACF3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29071-FEFC-4134-E03A-3267AF394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9CA6D-8F3A-7731-CBBD-03B761F80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BE4D9-B095-6B16-7733-027CFBBF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008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89FB-8E38-0519-A6D7-29088430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1C499-A322-EFC1-92CF-B0A0458E9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3C05A-715B-7B7D-664B-0CE3DE68B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B9619-F971-0EE7-CE45-4A426965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EA05F-A53C-2AB2-9EDF-B5D89144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3992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A8BA-4084-F358-1565-722DB349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62A8-BAA4-B388-F349-AEBF2AD76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55783-A568-1D1A-3C7A-805D53DAE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57A02-9C23-127D-0A4B-D4106E25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89135-1513-BA4C-F941-7C247484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1976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6857-2365-7649-EA72-8868ED202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4DA5C-7287-5E69-9A4B-301DE3D76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07E93-E770-F574-DD04-E12959BF4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DF1C2-0E5E-E706-1101-44369C12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E6570-1F7E-2844-21B6-0C4BCBC6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4061-9091-3202-2884-7C4C390C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727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060BB-03E4-72CA-7E93-206893EA0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86565-E746-E07F-AE61-C2D3B942D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59AB8-6AB2-0ACE-CF3E-1115D9A63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705EA-5FFD-77F5-2B86-FC3B7E67D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B1D6E-27DE-C2A5-21D4-9EDBAFF92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0B8A4-4BD4-A81E-1B3E-68F16E39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8284C-7841-3266-BDC1-3C2C5AF8E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B483F-7E3D-27F3-570F-77CFAB4F6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337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EB40D-A9F9-DF75-246C-C08A30E2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FD305-27E3-AD15-7C5C-3FFC4F55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CB716-FB7B-9926-AF4C-9EE1AF1A1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4CD98-EC68-558C-A620-9E27F81F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259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949A1-57E3-218E-3483-B364161A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A89194-31C1-AB53-3A48-3C82E359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B79AD-B64F-4AE2-A9E4-2FD81BE8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6963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D461A-5E04-691A-0D50-D57BA7C8E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39216-5F8B-A6B8-1A8C-FFE3D8427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DEF08-CD64-454E-BD4C-C54810CB8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99C63-4DAD-BCE5-E862-50153BD37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AF3EE-1752-6304-F91D-DED93EE9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DE507-3F30-F0D0-D910-DCCF3787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950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AFD57-F089-29A7-4A8B-D3866B16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324EF-4946-20D1-B90F-9562249C50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A89C3-2805-9B69-8D06-58BB62A99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67A15-4745-C050-D788-991705800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FF974-D51E-2D07-8E12-277E9BFB7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644B5-53EC-CA23-D86A-7DD17BE0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5662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C615-CBC2-4456-9C9A-0144A206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45FEB-14F4-8421-0B24-33BBFDA61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42D34-B6E6-C5EC-31ED-496165E98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22BAD-89EC-01CB-93B2-63F7EB6D1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077AE-CDA8-5CEB-15A4-3ED18231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987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744CA-9192-849F-795C-5447971B5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6CBDA-B206-C54F-9B60-1D3EFA0F8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4C210-EDB1-F434-88F8-34F091C9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E4E7-614E-3471-DB74-F53AD208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EAB39-2EF4-A969-7761-AE972F5F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4711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ats a fl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949A1-57E3-218E-3483-B364161A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A89194-31C1-AB53-3A48-3C82E359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B79AD-B64F-4AE2-A9E4-2FD81BE8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035EAF-513B-B484-4648-F4CD615BAC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533400"/>
            <a:ext cx="3505200" cy="3505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7D7D6D-CAA6-3742-FD4F-AFEBB1B61601}"/>
              </a:ext>
            </a:extLst>
          </p:cNvPr>
          <p:cNvSpPr txBox="1"/>
          <p:nvPr userDrawn="1"/>
        </p:nvSpPr>
        <p:spPr>
          <a:xfrm>
            <a:off x="5305752" y="5286375"/>
            <a:ext cx="1580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grey{</a:t>
            </a:r>
            <a:r>
              <a:rPr lang="en-US" dirty="0" err="1"/>
              <a:t>fake_flag</a:t>
            </a:r>
            <a:r>
              <a:rPr lang="en-US" dirty="0"/>
              <a:t>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22239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ttom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949A1-57E3-218E-3483-B364161A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A89194-31C1-AB53-3A48-3C82E359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B79AD-B64F-4AE2-A9E4-2FD81BE8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035EAF-513B-B484-4648-F4CD615BAC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533400"/>
            <a:ext cx="3505200" cy="3505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7D7D6D-CAA6-3742-FD4F-AFEBB1B61601}"/>
              </a:ext>
            </a:extLst>
          </p:cNvPr>
          <p:cNvSpPr txBox="1"/>
          <p:nvPr userDrawn="1"/>
        </p:nvSpPr>
        <p:spPr>
          <a:xfrm>
            <a:off x="1533918" y="5286375"/>
            <a:ext cx="912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Z3JleXtzaDB1bGRfaGF2M19zdGFuZGFyZDFzM2Rfc2wxZDNfdGgzbTNzX2F0X3RoM19zdGFydH0=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17021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639761-F9BE-BF94-10EA-DAB7F402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01D48-4D9D-BC34-A8FE-2B9911663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4AD46-4BC8-F3C5-A404-A3E054A1C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020C4-2B48-4479-B1B7-012D38C39581}" type="datetimeFigureOut">
              <a:rPr lang="en-SG" smtClean="0"/>
              <a:t>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ED183-E1F6-07D1-A498-D3758629B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19D1D-F9EB-6394-1421-054295295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0787-BBEC-4290-82CC-183F05F66C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012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BD21C-8B0C-C6D0-4180-65C462DAD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latin typeface="Comic Sans MS" panose="030F0702030302020204" pitchFamily="66" charset="0"/>
              </a:rPr>
              <a:t>Greycademy</a:t>
            </a:r>
            <a:r>
              <a:rPr lang="en-US" b="1" dirty="0">
                <a:latin typeface="Comic Sans MS" panose="030F0702030302020204" pitchFamily="66" charset="0"/>
              </a:rPr>
              <a:t> 2026!!!</a:t>
            </a:r>
            <a:endParaRPr lang="en-SG" b="1" dirty="0">
              <a:latin typeface="Comic Sans MS" panose="030F0702030302020204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AF587C-7882-A696-1252-2723B6E0C9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bottom text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00659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Comic Sans MS</vt:lpstr>
      <vt:lpstr>Office Theme</vt:lpstr>
      <vt:lpstr>Greycademy 2026!!!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ThinkerPal</dc:creator>
  <cp:lastModifiedBy>ThinkerPal</cp:lastModifiedBy>
  <cp:revision>4</cp:revision>
  <dcterms:created xsi:type="dcterms:W3CDTF">2026-02-03T18:31:35Z</dcterms:created>
  <dcterms:modified xsi:type="dcterms:W3CDTF">2026-02-04T02:56:07Z</dcterms:modified>
</cp:coreProperties>
</file>